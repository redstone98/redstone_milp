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1" r:id="rId2"/>
  </p:sldMasterIdLst>
  <p:notesMasterIdLst>
    <p:notesMasterId r:id="rId4"/>
  </p:notesMasterIdLst>
  <p:sldIdLst>
    <p:sldId id="266" r:id="rId3"/>
  </p:sldIdLst>
  <p:sldSz cx="51206400" cy="28803600"/>
  <p:notesSz cx="6858000" cy="9144000"/>
  <p:embeddedFontLst>
    <p:embeddedFont>
      <p:font typeface="맑은 고딕" panose="020B0503020000020004" pitchFamily="34" charset="-127"/>
      <p:regular r:id="rId5"/>
      <p:bold r:id="rId6"/>
    </p:embeddedFont>
    <p:embeddedFont>
      <p:font typeface="Cambria Math" panose="02040503050406030204" pitchFamily="18" charset="0"/>
      <p:regular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jLCtUQ8PcGLiih+bEebB7SkPB/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8"/>
    <p:restoredTop sz="95177"/>
  </p:normalViewPr>
  <p:slideViewPr>
    <p:cSldViewPr snapToGrid="0">
      <p:cViewPr>
        <p:scale>
          <a:sx n="31" d="100"/>
          <a:sy n="31" d="100"/>
        </p:scale>
        <p:origin x="688" y="3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63" Type="http://schemas.openxmlformats.org/officeDocument/2006/relationships/presProps" Target="presProps.xml"/><Relationship Id="rId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66" Type="http://schemas.openxmlformats.org/officeDocument/2006/relationships/tableStyles" Target="tableStyles.xml"/><Relationship Id="rId5" Type="http://schemas.openxmlformats.org/officeDocument/2006/relationships/font" Target="fonts/font1.fntdata"/><Relationship Id="rId65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6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" name="Google Shape;3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0"/>
          <p:cNvSpPr txBox="1">
            <a:spLocks noGrp="1"/>
          </p:cNvSpPr>
          <p:nvPr>
            <p:ph type="title"/>
          </p:nvPr>
        </p:nvSpPr>
        <p:spPr>
          <a:xfrm>
            <a:off x="3493772" y="7180906"/>
            <a:ext cx="44165520" cy="1198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0"/>
              <a:buFont typeface="Calibri"/>
              <a:buNone/>
              <a:defRPr sz="3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body" idx="1"/>
          </p:nvPr>
        </p:nvSpPr>
        <p:spPr>
          <a:xfrm>
            <a:off x="3493772" y="19275751"/>
            <a:ext cx="44165520" cy="630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26670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3066">
                <a:solidFill>
                  <a:schemeClr val="dk1"/>
                </a:solidFill>
              </a:defRPr>
            </a:lvl1pPr>
            <a:lvl2pPr marL="1066804" lvl="1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9333"/>
              <a:buNone/>
              <a:defRPr sz="10889">
                <a:solidFill>
                  <a:srgbClr val="888888"/>
                </a:solidFill>
              </a:defRPr>
            </a:lvl2pPr>
            <a:lvl3pPr marL="1600207" lvl="2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8400"/>
              <a:buNone/>
              <a:defRPr sz="9800">
                <a:solidFill>
                  <a:srgbClr val="888888"/>
                </a:solidFill>
              </a:defRPr>
            </a:lvl3pPr>
            <a:lvl4pPr marL="2133608" lvl="3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7467"/>
              <a:buNone/>
              <a:defRPr sz="8712">
                <a:solidFill>
                  <a:srgbClr val="888888"/>
                </a:solidFill>
              </a:defRPr>
            </a:lvl4pPr>
            <a:lvl5pPr marL="2667009" lvl="4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7467"/>
              <a:buNone/>
              <a:defRPr sz="8712">
                <a:solidFill>
                  <a:srgbClr val="888888"/>
                </a:solidFill>
              </a:defRPr>
            </a:lvl5pPr>
            <a:lvl6pPr marL="3200411" lvl="5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7467"/>
              <a:buNone/>
              <a:defRPr sz="8712">
                <a:solidFill>
                  <a:srgbClr val="888888"/>
                </a:solidFill>
              </a:defRPr>
            </a:lvl6pPr>
            <a:lvl7pPr marL="3733813" lvl="6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7467"/>
              <a:buNone/>
              <a:defRPr sz="8712">
                <a:solidFill>
                  <a:srgbClr val="888888"/>
                </a:solidFill>
              </a:defRPr>
            </a:lvl7pPr>
            <a:lvl8pPr marL="4267216" lvl="7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7467"/>
              <a:buNone/>
              <a:defRPr sz="8712">
                <a:solidFill>
                  <a:srgbClr val="888888"/>
                </a:solidFill>
              </a:defRPr>
            </a:lvl8pPr>
            <a:lvl9pPr marL="4800617" lvl="8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rgbClr val="888888"/>
              </a:buClr>
              <a:buSzPts val="7467"/>
              <a:buNone/>
              <a:defRPr sz="871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0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1"/>
          <p:cNvSpPr txBox="1">
            <a:spLocks noGrp="1"/>
          </p:cNvSpPr>
          <p:nvPr>
            <p:ph type="title"/>
          </p:nvPr>
        </p:nvSpPr>
        <p:spPr>
          <a:xfrm>
            <a:off x="3520440" y="1533534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body" idx="1"/>
          </p:nvPr>
        </p:nvSpPr>
        <p:spPr>
          <a:xfrm>
            <a:off x="3520440" y="7667625"/>
            <a:ext cx="21762720" cy="182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40005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66804" lvl="1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00207" lvl="2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33608" lvl="3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667009" lvl="4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00411" lvl="5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733813" lvl="6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267216" lvl="7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800617" lvl="8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body" idx="2"/>
          </p:nvPr>
        </p:nvSpPr>
        <p:spPr>
          <a:xfrm>
            <a:off x="25923240" y="7667625"/>
            <a:ext cx="21762720" cy="182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40005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66804" lvl="1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00207" lvl="2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33608" lvl="3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667009" lvl="4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00411" lvl="5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733813" lvl="6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267216" lvl="7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800617" lvl="8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1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1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2"/>
          <p:cNvSpPr txBox="1">
            <a:spLocks noGrp="1"/>
          </p:cNvSpPr>
          <p:nvPr>
            <p:ph type="title"/>
          </p:nvPr>
        </p:nvSpPr>
        <p:spPr>
          <a:xfrm>
            <a:off x="3527109" y="1533534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body" idx="1"/>
          </p:nvPr>
        </p:nvSpPr>
        <p:spPr>
          <a:xfrm>
            <a:off x="3527116" y="7060887"/>
            <a:ext cx="21662704" cy="346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33401" lvl="0" indent="-26670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3066" b="1"/>
            </a:lvl1pPr>
            <a:lvl2pPr marL="1066804" lvl="1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None/>
              <a:defRPr sz="10889" b="1"/>
            </a:lvl2pPr>
            <a:lvl3pPr marL="1600207" lvl="2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sz="9800" b="1"/>
            </a:lvl3pPr>
            <a:lvl4pPr marL="2133608" lvl="3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4pPr>
            <a:lvl5pPr marL="2667009" lvl="4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5pPr>
            <a:lvl6pPr marL="3200411" lvl="5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6pPr>
            <a:lvl7pPr marL="3733813" lvl="6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7pPr>
            <a:lvl8pPr marL="4267216" lvl="7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8pPr>
            <a:lvl9pPr marL="4800617" lvl="8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body" idx="2"/>
          </p:nvPr>
        </p:nvSpPr>
        <p:spPr>
          <a:xfrm>
            <a:off x="3527116" y="10521315"/>
            <a:ext cx="21662704" cy="1547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40005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66804" lvl="1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00207" lvl="2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33608" lvl="3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667009" lvl="4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00411" lvl="5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733813" lvl="6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267216" lvl="7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800617" lvl="8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body" idx="3"/>
          </p:nvPr>
        </p:nvSpPr>
        <p:spPr>
          <a:xfrm>
            <a:off x="25923243" y="7060887"/>
            <a:ext cx="21769391" cy="346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33401" lvl="0" indent="-26670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3066" b="1"/>
            </a:lvl1pPr>
            <a:lvl2pPr marL="1066804" lvl="1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None/>
              <a:defRPr sz="10889" b="1"/>
            </a:lvl2pPr>
            <a:lvl3pPr marL="1600207" lvl="2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sz="9800" b="1"/>
            </a:lvl3pPr>
            <a:lvl4pPr marL="2133608" lvl="3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4pPr>
            <a:lvl5pPr marL="2667009" lvl="4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5pPr>
            <a:lvl6pPr marL="3200411" lvl="5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6pPr>
            <a:lvl7pPr marL="3733813" lvl="6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7pPr>
            <a:lvl8pPr marL="4267216" lvl="7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8pPr>
            <a:lvl9pPr marL="4800617" lvl="8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 b="1"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body" idx="4"/>
          </p:nvPr>
        </p:nvSpPr>
        <p:spPr>
          <a:xfrm>
            <a:off x="25923243" y="10521315"/>
            <a:ext cx="21769391" cy="1547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40005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66804" lvl="1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00207" lvl="2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33608" lvl="3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667009" lvl="4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00411" lvl="5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733813" lvl="6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267216" lvl="7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800617" lvl="8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2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2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>
            <a:spLocks noGrp="1"/>
          </p:cNvSpPr>
          <p:nvPr>
            <p:ph type="title"/>
          </p:nvPr>
        </p:nvSpPr>
        <p:spPr>
          <a:xfrm>
            <a:off x="3520440" y="1533534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5"/>
          <p:cNvSpPr txBox="1">
            <a:spLocks noGrp="1"/>
          </p:cNvSpPr>
          <p:nvPr>
            <p:ph type="title"/>
          </p:nvPr>
        </p:nvSpPr>
        <p:spPr>
          <a:xfrm>
            <a:off x="3527111" y="1920240"/>
            <a:ext cx="16515396" cy="672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Font typeface="Calibri"/>
              <a:buNone/>
              <a:defRPr sz="174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5"/>
          <p:cNvSpPr txBox="1">
            <a:spLocks noGrp="1"/>
          </p:cNvSpPr>
          <p:nvPr>
            <p:ph type="body" idx="1"/>
          </p:nvPr>
        </p:nvSpPr>
        <p:spPr>
          <a:xfrm>
            <a:off x="21769391" y="4147193"/>
            <a:ext cx="25923240" cy="2046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137299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4933"/>
              <a:buChar char="•"/>
              <a:defRPr sz="17422"/>
            </a:lvl1pPr>
            <a:lvl2pPr marL="1066804" lvl="1" indent="-1234752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3067"/>
              <a:buChar char="•"/>
              <a:defRPr sz="15245"/>
            </a:lvl2pPr>
            <a:lvl3pPr marL="1600207" lvl="2" indent="-1096438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1200"/>
              <a:buChar char="•"/>
              <a:defRPr sz="13066"/>
            </a:lvl3pPr>
            <a:lvl4pPr marL="2133608" lvl="3" indent="-958123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Char char="•"/>
              <a:defRPr sz="10889"/>
            </a:lvl4pPr>
            <a:lvl5pPr marL="2667009" lvl="4" indent="-958123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Char char="•"/>
              <a:defRPr sz="10889"/>
            </a:lvl5pPr>
            <a:lvl6pPr marL="3200411" lvl="5" indent="-958123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Char char="•"/>
              <a:defRPr sz="10889"/>
            </a:lvl6pPr>
            <a:lvl7pPr marL="3733813" lvl="6" indent="-958123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Char char="•"/>
              <a:defRPr sz="10889"/>
            </a:lvl7pPr>
            <a:lvl8pPr marL="4267216" lvl="7" indent="-958123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Char char="•"/>
              <a:defRPr sz="10889"/>
            </a:lvl8pPr>
            <a:lvl9pPr marL="4800617" lvl="8" indent="-958123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9333"/>
              <a:buChar char="•"/>
              <a:defRPr sz="10889"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body" idx="2"/>
          </p:nvPr>
        </p:nvSpPr>
        <p:spPr>
          <a:xfrm>
            <a:off x="3527111" y="8641080"/>
            <a:ext cx="16515396" cy="1600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26670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/>
            </a:lvl1pPr>
            <a:lvl2pPr marL="1066804" lvl="1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6533"/>
              <a:buNone/>
              <a:defRPr sz="7622"/>
            </a:lvl2pPr>
            <a:lvl3pPr marL="1600207" lvl="2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6535"/>
            </a:lvl3pPr>
            <a:lvl4pPr marL="2133608" lvl="3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4pPr>
            <a:lvl5pPr marL="2667009" lvl="4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5pPr>
            <a:lvl6pPr marL="3200411" lvl="5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6pPr>
            <a:lvl7pPr marL="3733813" lvl="6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7pPr>
            <a:lvl8pPr marL="4267216" lvl="7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8pPr>
            <a:lvl9pPr marL="4800617" lvl="8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6"/>
          <p:cNvSpPr txBox="1">
            <a:spLocks noGrp="1"/>
          </p:cNvSpPr>
          <p:nvPr>
            <p:ph type="title"/>
          </p:nvPr>
        </p:nvSpPr>
        <p:spPr>
          <a:xfrm>
            <a:off x="3527111" y="1920240"/>
            <a:ext cx="16515396" cy="672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Font typeface="Calibri"/>
              <a:buNone/>
              <a:defRPr sz="174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6"/>
          <p:cNvSpPr>
            <a:spLocks noGrp="1"/>
          </p:cNvSpPr>
          <p:nvPr>
            <p:ph type="pic" idx="2"/>
          </p:nvPr>
        </p:nvSpPr>
        <p:spPr>
          <a:xfrm>
            <a:off x="21769391" y="4147193"/>
            <a:ext cx="25923240" cy="204692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66"/>
          <p:cNvSpPr txBox="1">
            <a:spLocks noGrp="1"/>
          </p:cNvSpPr>
          <p:nvPr>
            <p:ph type="body" idx="1"/>
          </p:nvPr>
        </p:nvSpPr>
        <p:spPr>
          <a:xfrm>
            <a:off x="3527111" y="8641080"/>
            <a:ext cx="16515396" cy="1600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26670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8712"/>
            </a:lvl1pPr>
            <a:lvl2pPr marL="1066804" lvl="1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6533"/>
              <a:buNone/>
              <a:defRPr sz="7622"/>
            </a:lvl2pPr>
            <a:lvl3pPr marL="1600207" lvl="2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6535"/>
            </a:lvl3pPr>
            <a:lvl4pPr marL="2133608" lvl="3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4pPr>
            <a:lvl5pPr marL="2667009" lvl="4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5pPr>
            <a:lvl6pPr marL="3200411" lvl="5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6pPr>
            <a:lvl7pPr marL="3733813" lvl="6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7pPr>
            <a:lvl8pPr marL="4267216" lvl="7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8pPr>
            <a:lvl9pPr marL="4800617" lvl="8" indent="-26670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4667"/>
              <a:buNone/>
              <a:defRPr sz="5445"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6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6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7"/>
          <p:cNvSpPr txBox="1">
            <a:spLocks noGrp="1"/>
          </p:cNvSpPr>
          <p:nvPr>
            <p:ph type="title"/>
          </p:nvPr>
        </p:nvSpPr>
        <p:spPr>
          <a:xfrm>
            <a:off x="3520440" y="1533534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body" idx="1"/>
          </p:nvPr>
        </p:nvSpPr>
        <p:spPr>
          <a:xfrm rot="5400000">
            <a:off x="16465390" y="-5277325"/>
            <a:ext cx="18275620" cy="441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40005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66804" lvl="1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00207" lvl="2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33608" lvl="3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667009" lvl="4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00411" lvl="5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733813" lvl="6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267216" lvl="7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800617" lvl="8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67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7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7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8"/>
          <p:cNvSpPr txBox="1">
            <a:spLocks noGrp="1"/>
          </p:cNvSpPr>
          <p:nvPr>
            <p:ph type="title"/>
          </p:nvPr>
        </p:nvSpPr>
        <p:spPr>
          <a:xfrm rot="5400000">
            <a:off x="29960412" y="8217696"/>
            <a:ext cx="24409720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body" idx="1"/>
          </p:nvPr>
        </p:nvSpPr>
        <p:spPr>
          <a:xfrm rot="5400000">
            <a:off x="7557615" y="-2503645"/>
            <a:ext cx="24409720" cy="3248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33401" lvl="0" indent="-400051" algn="l">
              <a:lnSpc>
                <a:spcPct val="90000"/>
              </a:lnSpc>
              <a:spcBef>
                <a:spcPts val="54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66804" lvl="1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00207" lvl="2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33608" lvl="3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667009" lvl="4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00411" lvl="5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733813" lvl="6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267216" lvl="7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800617" lvl="8" indent="-400051" algn="l">
              <a:lnSpc>
                <a:spcPct val="90000"/>
              </a:lnSpc>
              <a:spcBef>
                <a:spcPts val="27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68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COLUMN - 1">
  <p:cSld name="7 COLUMN - 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>
            <a:spLocks noGrp="1"/>
          </p:cNvSpPr>
          <p:nvPr>
            <p:ph type="title"/>
          </p:nvPr>
        </p:nvSpPr>
        <p:spPr>
          <a:xfrm>
            <a:off x="3520440" y="1533534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33"/>
              <a:buFont typeface="Calibri"/>
              <a:buNone/>
              <a:defRPr sz="205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0"/>
          <p:cNvSpPr txBox="1">
            <a:spLocks noGrp="1"/>
          </p:cNvSpPr>
          <p:nvPr>
            <p:ph type="body" idx="1"/>
          </p:nvPr>
        </p:nvSpPr>
        <p:spPr>
          <a:xfrm>
            <a:off x="3520440" y="7667625"/>
            <a:ext cx="44165520" cy="182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58354" algn="l" rtl="0">
              <a:lnSpc>
                <a:spcPct val="90000"/>
              </a:lnSpc>
              <a:spcBef>
                <a:spcPts val="4667"/>
              </a:spcBef>
              <a:spcAft>
                <a:spcPts val="0"/>
              </a:spcAft>
              <a:buClr>
                <a:schemeClr val="dk1"/>
              </a:buClr>
              <a:buSzPts val="13067"/>
              <a:buFont typeface="Arial"/>
              <a:buChar char="•"/>
              <a:defRPr sz="130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398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1245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9333"/>
              <a:buFont typeface="Arial"/>
              <a:buChar char="•"/>
              <a:defRPr sz="9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620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620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620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620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620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62000" algn="l" rtl="0">
              <a:lnSpc>
                <a:spcPct val="90000"/>
              </a:lnSpc>
              <a:spcBef>
                <a:spcPts val="2333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0"/>
          <p:cNvSpPr txBox="1">
            <a:spLocks noGrp="1"/>
          </p:cNvSpPr>
          <p:nvPr>
            <p:ph type="dt" idx="10"/>
          </p:nvPr>
        </p:nvSpPr>
        <p:spPr>
          <a:xfrm>
            <a:off x="352044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0"/>
          <p:cNvSpPr txBox="1">
            <a:spLocks noGrp="1"/>
          </p:cNvSpPr>
          <p:nvPr>
            <p:ph type="ftr" idx="11"/>
          </p:nvPr>
        </p:nvSpPr>
        <p:spPr>
          <a:xfrm>
            <a:off x="16962120" y="26696679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0"/>
          <p:cNvSpPr txBox="1">
            <a:spLocks noGrp="1"/>
          </p:cNvSpPr>
          <p:nvPr>
            <p:ph type="sldNum" idx="12"/>
          </p:nvPr>
        </p:nvSpPr>
        <p:spPr>
          <a:xfrm>
            <a:off x="36164520" y="26696679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53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496" userDrawn="1">
          <p15:clr>
            <a:srgbClr val="F26B43"/>
          </p15:clr>
        </p15:guide>
        <p15:guide id="2" pos="865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0032" userDrawn="1">
          <p15:clr>
            <a:srgbClr val="F26B43"/>
          </p15:clr>
        </p15:guide>
        <p15:guide id="5" pos="10464" userDrawn="1">
          <p15:clr>
            <a:srgbClr val="F26B43"/>
          </p15:clr>
        </p15:guide>
        <p15:guide id="6" pos="11328" userDrawn="1">
          <p15:clr>
            <a:srgbClr val="F26B43"/>
          </p15:clr>
        </p15:guide>
        <p15:guide id="7" pos="11760" userDrawn="1">
          <p15:clr>
            <a:srgbClr val="F26B43"/>
          </p15:clr>
        </p15:guide>
        <p15:guide id="8" pos="30960" userDrawn="1">
          <p15:clr>
            <a:srgbClr val="F26B43"/>
          </p15:clr>
        </p15:guide>
        <p15:guide id="9" pos="31392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  <p15:guide id="11" orient="horz" pos="864" userDrawn="1">
          <p15:clr>
            <a:srgbClr val="F26B43"/>
          </p15:clr>
        </p15:guide>
        <p15:guide id="12" orient="horz" pos="3240" userDrawn="1">
          <p15:clr>
            <a:srgbClr val="F26B43"/>
          </p15:clr>
        </p15:guide>
        <p15:guide id="13" orient="horz" pos="3024" userDrawn="1">
          <p15:clr>
            <a:srgbClr val="F26B43"/>
          </p15:clr>
        </p15:guide>
        <p15:guide id="14" orient="horz" pos="3888" userDrawn="1">
          <p15:clr>
            <a:srgbClr val="F26B43"/>
          </p15:clr>
        </p15:guide>
        <p15:guide id="15" orient="horz" pos="4104" userDrawn="1">
          <p15:clr>
            <a:srgbClr val="F26B43"/>
          </p15:clr>
        </p15:guide>
        <p15:guide id="16" orient="horz" pos="17280" userDrawn="1">
          <p15:clr>
            <a:srgbClr val="F26B43"/>
          </p15:clr>
        </p15:guide>
        <p15:guide id="17" pos="20496" userDrawn="1">
          <p15:clr>
            <a:srgbClr val="F26B43"/>
          </p15:clr>
        </p15:guide>
        <p15:guide id="18" pos="20928" userDrawn="1">
          <p15:clr>
            <a:srgbClr val="F26B43"/>
          </p15:clr>
        </p15:guide>
        <p15:guide id="19" pos="21792" userDrawn="1">
          <p15:clr>
            <a:srgbClr val="F26B43"/>
          </p15:clr>
        </p15:guide>
        <p15:guide id="20" pos="222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8" userDrawn="1">
          <p15:clr>
            <a:srgbClr val="F26B43"/>
          </p15:clr>
        </p15:guide>
        <p15:guide id="2" pos="865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8640" userDrawn="1">
          <p15:clr>
            <a:srgbClr val="F26B43"/>
          </p15:clr>
        </p15:guide>
        <p15:guide id="5" pos="9072" userDrawn="1">
          <p15:clr>
            <a:srgbClr val="F26B43"/>
          </p15:clr>
        </p15:guide>
        <p15:guide id="6" pos="9792" userDrawn="1">
          <p15:clr>
            <a:srgbClr val="F26B43"/>
          </p15:clr>
        </p15:guide>
        <p15:guide id="7" pos="10224" userDrawn="1">
          <p15:clr>
            <a:srgbClr val="F26B43"/>
          </p15:clr>
        </p15:guide>
        <p15:guide id="8" pos="22033" userDrawn="1">
          <p15:clr>
            <a:srgbClr val="F26B43"/>
          </p15:clr>
        </p15:guide>
        <p15:guide id="9" pos="22440" userDrawn="1">
          <p15:clr>
            <a:srgbClr val="F26B43"/>
          </p15:clr>
        </p15:guide>
        <p15:guide id="10" pos="23184" userDrawn="1">
          <p15:clr>
            <a:srgbClr val="F26B43"/>
          </p15:clr>
        </p15:guide>
        <p15:guide id="11" pos="23616" userDrawn="1">
          <p15:clr>
            <a:srgbClr val="F26B43"/>
          </p15:clr>
        </p15:guide>
        <p15:guide id="12" pos="30960" userDrawn="1">
          <p15:clr>
            <a:srgbClr val="F26B43"/>
          </p15:clr>
        </p15:guide>
        <p15:guide id="13" pos="31392" userDrawn="1">
          <p15:clr>
            <a:srgbClr val="F26B43"/>
          </p15:clr>
        </p15:guide>
        <p15:guide id="14" orient="horz" pos="864" userDrawn="1">
          <p15:clr>
            <a:srgbClr val="F26B43"/>
          </p15:clr>
        </p15:guide>
        <p15:guide id="15" orient="horz" pos="3024" userDrawn="1">
          <p15:clr>
            <a:srgbClr val="F26B43"/>
          </p15:clr>
        </p15:guide>
        <p15:guide id="16" orient="horz" pos="3240" userDrawn="1">
          <p15:clr>
            <a:srgbClr val="F26B43"/>
          </p15:clr>
        </p15:guide>
        <p15:guide id="17" orient="horz" pos="3888" userDrawn="1">
          <p15:clr>
            <a:srgbClr val="F26B43"/>
          </p15:clr>
        </p15:guide>
        <p15:guide id="18" orient="horz" pos="4104" userDrawn="1">
          <p15:clr>
            <a:srgbClr val="F26B43"/>
          </p15:clr>
        </p15:guide>
        <p15:guide id="19" orient="horz" pos="17496" userDrawn="1">
          <p15:clr>
            <a:srgbClr val="F26B43"/>
          </p15:clr>
        </p15:guide>
        <p15:guide id="20" orient="horz" pos="172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9" Type="http://schemas.openxmlformats.org/officeDocument/2006/relationships/image" Target="../media/image32.emf"/><Relationship Id="rId21" Type="http://schemas.openxmlformats.org/officeDocument/2006/relationships/image" Target="../media/image19.png"/><Relationship Id="rId42" Type="http://schemas.openxmlformats.org/officeDocument/2006/relationships/image" Target="../media/image35.png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emf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40" Type="http://schemas.openxmlformats.org/officeDocument/2006/relationships/image" Target="../media/image3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43" Type="http://schemas.openxmlformats.org/officeDocument/2006/relationships/image" Target="../media/image37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/>
          <p:nvPr/>
        </p:nvSpPr>
        <p:spPr>
          <a:xfrm>
            <a:off x="35333204" y="14574779"/>
            <a:ext cx="14975742" cy="13852031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955983" y="273881"/>
            <a:ext cx="26780817" cy="306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663" tIns="53317" rIns="106663" bIns="53317" anchor="t" anchorCtr="0">
            <a:spAutoFit/>
          </a:bodyPr>
          <a:lstStyle/>
          <a:p>
            <a:r>
              <a:rPr lang="en-US" sz="9600" b="1" dirty="0">
                <a:solidFill>
                  <a:srgbClr val="BF5700"/>
                </a:solidFill>
              </a:rPr>
              <a:t>Distributed Optimal Scheduling of LEO Constellations for Ground Based Assets</a:t>
            </a:r>
            <a:endParaRPr sz="9600" b="1" dirty="0">
              <a:solidFill>
                <a:srgbClr val="BF5700"/>
              </a:solidFill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771961" y="3346617"/>
            <a:ext cx="28050817" cy="22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663" tIns="53317" rIns="106663" bIns="53317" anchor="t" anchorCtr="0">
            <a:spAutoFit/>
          </a:bodyPr>
          <a:lstStyle/>
          <a:p>
            <a:r>
              <a:rPr lang="en-US" sz="4667" dirty="0" err="1">
                <a:solidFill>
                  <a:srgbClr val="BF5700"/>
                </a:solidFill>
              </a:rPr>
              <a:t>Hongseok</a:t>
            </a:r>
            <a:r>
              <a:rPr lang="en-US" sz="4667" dirty="0">
                <a:solidFill>
                  <a:srgbClr val="BF5700"/>
                </a:solidFill>
              </a:rPr>
              <a:t> Kim</a:t>
            </a:r>
            <a:r>
              <a:rPr lang="en-US" sz="4667" baseline="30000" dirty="0">
                <a:solidFill>
                  <a:srgbClr val="BF5700"/>
                </a:solidFill>
              </a:rPr>
              <a:t>1</a:t>
            </a:r>
            <a:r>
              <a:rPr lang="en-US" sz="4667" dirty="0">
                <a:solidFill>
                  <a:srgbClr val="BF5700"/>
                </a:solidFill>
              </a:rPr>
              <a:t>, </a:t>
            </a:r>
            <a:r>
              <a:rPr lang="en-US" sz="4667" dirty="0" err="1">
                <a:solidFill>
                  <a:srgbClr val="BF5700"/>
                </a:solidFill>
              </a:rPr>
              <a:t>Maruthi</a:t>
            </a:r>
            <a:r>
              <a:rPr lang="en-US" sz="4667" dirty="0">
                <a:solidFill>
                  <a:srgbClr val="BF5700"/>
                </a:solidFill>
              </a:rPr>
              <a:t> R. Akella</a:t>
            </a:r>
            <a:r>
              <a:rPr lang="en-US" sz="4667" baseline="30000" dirty="0">
                <a:solidFill>
                  <a:srgbClr val="BF5700"/>
                </a:solidFill>
              </a:rPr>
              <a:t>1</a:t>
            </a:r>
            <a:br>
              <a:rPr lang="en-US" sz="4667" dirty="0">
                <a:solidFill>
                  <a:srgbClr val="BF5700"/>
                </a:solidFill>
              </a:rPr>
            </a:br>
            <a:r>
              <a:rPr lang="en-US" sz="4667" baseline="30000" dirty="0">
                <a:solidFill>
                  <a:srgbClr val="BF5700"/>
                </a:solidFill>
              </a:rPr>
              <a:t>1</a:t>
            </a:r>
            <a:r>
              <a:rPr lang="en-US" sz="4667" dirty="0">
                <a:solidFill>
                  <a:srgbClr val="BF5700"/>
                </a:solidFill>
              </a:rPr>
              <a:t>Department of Aerospace Engineering and Engineering Mechanics , The University of Texas at Austin</a:t>
            </a:r>
          </a:p>
          <a:p>
            <a:r>
              <a:rPr lang="en-US" sz="4667" dirty="0" err="1">
                <a:solidFill>
                  <a:srgbClr val="BF5700"/>
                </a:solidFill>
              </a:rPr>
              <a:t>redstone@utexas.edu</a:t>
            </a:r>
            <a:endParaRPr sz="1633" dirty="0"/>
          </a:p>
        </p:txBody>
      </p:sp>
      <p:sp>
        <p:nvSpPr>
          <p:cNvPr id="396" name="Google Shape;396;p11"/>
          <p:cNvSpPr/>
          <p:nvPr/>
        </p:nvSpPr>
        <p:spPr>
          <a:xfrm>
            <a:off x="1006337" y="5799823"/>
            <a:ext cx="19058868" cy="8318211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006336" y="5799823"/>
            <a:ext cx="19071233" cy="1541485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Overall Framework</a:t>
            </a:r>
            <a:endParaRPr sz="5835" dirty="0">
              <a:solidFill>
                <a:schemeClr val="lt1"/>
              </a:solidFill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1562500" y="7637831"/>
            <a:ext cx="14126615" cy="61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663" tIns="53317" rIns="106663" bIns="53317" anchor="t" anchorCtr="0">
            <a:spAutoFit/>
          </a:bodyPr>
          <a:lstStyle/>
          <a:p>
            <a:pPr algn="just"/>
            <a:r>
              <a:rPr kumimoji="1" lang="en-US" altLang="en-US" sz="3267" dirty="0"/>
              <a:t>  </a:t>
            </a:r>
            <a:endParaRPr lang="en-US" sz="3112" dirty="0">
              <a:solidFill>
                <a:schemeClr val="dk1"/>
              </a:solidFill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10003010" y="14587529"/>
            <a:ext cx="12341398" cy="13839281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0003010" y="14615128"/>
            <a:ext cx="12341398" cy="1410772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6G Telecommunication Network</a:t>
            </a:r>
            <a:endParaRPr sz="5835" b="1" dirty="0">
              <a:solidFill>
                <a:schemeClr val="lt1"/>
              </a:solidFill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33448279" y="5811720"/>
            <a:ext cx="16860667" cy="1315599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Sequential Block-Coordinate Descent</a:t>
            </a:r>
            <a:endParaRPr sz="5835" dirty="0">
              <a:solidFill>
                <a:schemeClr val="lt1"/>
              </a:solidFill>
            </a:endParaRPr>
          </a:p>
        </p:txBody>
      </p:sp>
      <p:pic>
        <p:nvPicPr>
          <p:cNvPr id="1026" name="Picture 2" descr="About">
            <a:extLst>
              <a:ext uri="{FF2B5EF4-FFF2-40B4-BE49-F238E27FC236}">
                <a16:creationId xmlns:a16="http://schemas.microsoft.com/office/drawing/2014/main" id="{CC165BFE-06F8-DCAC-9822-88E8DCB211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6" r="35472" b="3616"/>
          <a:stretch/>
        </p:blipFill>
        <p:spPr bwMode="auto">
          <a:xfrm>
            <a:off x="27644081" y="-798125"/>
            <a:ext cx="14555736" cy="599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7C8C18F-3BE2-16DF-E951-D30994DF6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8498" y="542839"/>
            <a:ext cx="4245887" cy="424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F43782-04A9-B2FB-E766-9D9505486599}"/>
              </a:ext>
            </a:extLst>
          </p:cNvPr>
          <p:cNvSpPr txBox="1"/>
          <p:nvPr/>
        </p:nvSpPr>
        <p:spPr>
          <a:xfrm>
            <a:off x="1180705" y="7507889"/>
            <a:ext cx="14793672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933"/>
              </a:spcAft>
            </a:pPr>
            <a:r>
              <a:rPr lang="ko-KR" altLang="ko-KR" sz="3733" kern="100" dirty="0"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7" name="그림 1026">
            <a:extLst>
              <a:ext uri="{FF2B5EF4-FFF2-40B4-BE49-F238E27FC236}">
                <a16:creationId xmlns:a16="http://schemas.microsoft.com/office/drawing/2014/main" id="{BCC70347-7882-3628-1CBE-1E1532E9A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303" y="16393455"/>
            <a:ext cx="8294465" cy="4705783"/>
          </a:xfrm>
          <a:prstGeom prst="rect">
            <a:avLst/>
          </a:prstGeom>
        </p:spPr>
      </p:pic>
      <p:sp>
        <p:nvSpPr>
          <p:cNvPr id="1030" name="Google Shape;405;p11">
            <a:extLst>
              <a:ext uri="{FF2B5EF4-FFF2-40B4-BE49-F238E27FC236}">
                <a16:creationId xmlns:a16="http://schemas.microsoft.com/office/drawing/2014/main" id="{87C6B974-6CCC-BE03-101E-1BF76684A9B3}"/>
              </a:ext>
            </a:extLst>
          </p:cNvPr>
          <p:cNvSpPr/>
          <p:nvPr/>
        </p:nvSpPr>
        <p:spPr>
          <a:xfrm>
            <a:off x="22668110" y="14587529"/>
            <a:ext cx="12341398" cy="13839281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406;p11">
            <a:extLst>
              <a:ext uri="{FF2B5EF4-FFF2-40B4-BE49-F238E27FC236}">
                <a16:creationId xmlns:a16="http://schemas.microsoft.com/office/drawing/2014/main" id="{BE1ACF0C-5ABC-05F7-F252-778B9FF6A688}"/>
              </a:ext>
            </a:extLst>
          </p:cNvPr>
          <p:cNvSpPr/>
          <p:nvPr/>
        </p:nvSpPr>
        <p:spPr>
          <a:xfrm>
            <a:off x="22668106" y="14587529"/>
            <a:ext cx="12341399" cy="1410772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Distributed SSA Scheduling</a:t>
            </a:r>
            <a:endParaRPr sz="5835" dirty="0">
              <a:solidFill>
                <a:schemeClr val="lt1"/>
              </a:solidFill>
            </a:endParaRPr>
          </a:p>
        </p:txBody>
      </p:sp>
      <p:sp>
        <p:nvSpPr>
          <p:cNvPr id="1045" name="Google Shape;405;p11">
            <a:extLst>
              <a:ext uri="{FF2B5EF4-FFF2-40B4-BE49-F238E27FC236}">
                <a16:creationId xmlns:a16="http://schemas.microsoft.com/office/drawing/2014/main" id="{19747A2D-8C14-C386-5D2E-5B6359620986}"/>
              </a:ext>
            </a:extLst>
          </p:cNvPr>
          <p:cNvSpPr/>
          <p:nvPr/>
        </p:nvSpPr>
        <p:spPr>
          <a:xfrm>
            <a:off x="33441536" y="5799823"/>
            <a:ext cx="16867410" cy="8318211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406;p11">
            <a:extLst>
              <a:ext uri="{FF2B5EF4-FFF2-40B4-BE49-F238E27FC236}">
                <a16:creationId xmlns:a16="http://schemas.microsoft.com/office/drawing/2014/main" id="{9FE37253-C006-A18A-93E4-0D80E329FCF0}"/>
              </a:ext>
            </a:extLst>
          </p:cNvPr>
          <p:cNvSpPr/>
          <p:nvPr/>
        </p:nvSpPr>
        <p:spPr>
          <a:xfrm>
            <a:off x="35351646" y="14574778"/>
            <a:ext cx="14975742" cy="1413639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Selected Simulation Results</a:t>
            </a:r>
            <a:endParaRPr sz="5835" dirty="0">
              <a:solidFill>
                <a:schemeClr val="lt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7DC218-5B09-9E10-B8FF-A4B2B2CFCD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612" t="17812" r="31177" b="15103"/>
          <a:stretch>
            <a:fillRect/>
          </a:stretch>
        </p:blipFill>
        <p:spPr>
          <a:xfrm>
            <a:off x="46746369" y="193910"/>
            <a:ext cx="3464291" cy="3319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AB0A72-1635-FCD5-6491-D7D02E416A3A}"/>
              </a:ext>
            </a:extLst>
          </p:cNvPr>
          <p:cNvSpPr txBox="1"/>
          <p:nvPr/>
        </p:nvSpPr>
        <p:spPr>
          <a:xfrm>
            <a:off x="45777978" y="3552387"/>
            <a:ext cx="53527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WayFinder</a:t>
            </a:r>
            <a:r>
              <a:rPr kumimoji="1" lang="en-US" altLang="ko-K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Space, Inc.</a:t>
            </a:r>
            <a:endParaRPr kumimoji="1" lang="ko-KR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396;p11">
            <a:extLst>
              <a:ext uri="{FF2B5EF4-FFF2-40B4-BE49-F238E27FC236}">
                <a16:creationId xmlns:a16="http://schemas.microsoft.com/office/drawing/2014/main" id="{40766DF0-32CF-E9B3-0ADF-DC5891200E86}"/>
              </a:ext>
            </a:extLst>
          </p:cNvPr>
          <p:cNvSpPr/>
          <p:nvPr/>
        </p:nvSpPr>
        <p:spPr>
          <a:xfrm>
            <a:off x="20397677" y="5799823"/>
            <a:ext cx="12701991" cy="8318211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97;p11">
            <a:extLst>
              <a:ext uri="{FF2B5EF4-FFF2-40B4-BE49-F238E27FC236}">
                <a16:creationId xmlns:a16="http://schemas.microsoft.com/office/drawing/2014/main" id="{DE43C04C-A89C-FD00-FD58-B67D15D319CF}"/>
              </a:ext>
            </a:extLst>
          </p:cNvPr>
          <p:cNvSpPr/>
          <p:nvPr/>
        </p:nvSpPr>
        <p:spPr>
          <a:xfrm>
            <a:off x="20397677" y="5799823"/>
            <a:ext cx="12701991" cy="1432114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REDSTONE Formulation</a:t>
            </a:r>
            <a:endParaRPr sz="5835" dirty="0">
              <a:solidFill>
                <a:schemeClr val="lt1"/>
              </a:solidFill>
            </a:endParaRPr>
          </a:p>
        </p:txBody>
      </p:sp>
      <p:sp>
        <p:nvSpPr>
          <p:cNvPr id="26" name="Google Shape;398;p11">
            <a:extLst>
              <a:ext uri="{FF2B5EF4-FFF2-40B4-BE49-F238E27FC236}">
                <a16:creationId xmlns:a16="http://schemas.microsoft.com/office/drawing/2014/main" id="{192CBE7B-CAF1-BA5B-27DA-73D638BD01DA}"/>
              </a:ext>
            </a:extLst>
          </p:cNvPr>
          <p:cNvSpPr txBox="1"/>
          <p:nvPr/>
        </p:nvSpPr>
        <p:spPr>
          <a:xfrm>
            <a:off x="21256715" y="7477539"/>
            <a:ext cx="14126615" cy="61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663" tIns="53317" rIns="106663" bIns="53317" anchor="t" anchorCtr="0">
            <a:spAutoFit/>
          </a:bodyPr>
          <a:lstStyle/>
          <a:p>
            <a:pPr algn="just"/>
            <a:r>
              <a:rPr kumimoji="1" lang="en-US" altLang="en-US" sz="3267" dirty="0"/>
              <a:t>  </a:t>
            </a:r>
            <a:endParaRPr lang="en-US" sz="3112" dirty="0">
              <a:solidFill>
                <a:schemeClr val="dk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4DFCC1-9C0E-285A-44A1-EF9C056D75FB}"/>
              </a:ext>
            </a:extLst>
          </p:cNvPr>
          <p:cNvSpPr txBox="1"/>
          <p:nvPr/>
        </p:nvSpPr>
        <p:spPr>
          <a:xfrm>
            <a:off x="20874920" y="7347597"/>
            <a:ext cx="14793672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933"/>
              </a:spcAft>
            </a:pPr>
            <a:r>
              <a:rPr lang="ko-KR" altLang="ko-KR" sz="3733" kern="100" dirty="0"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3965A19-D141-CBBE-5C0C-84CC2BCFE9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6749" y="16224929"/>
            <a:ext cx="11811642" cy="433644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C5BE5E4-C29F-C632-1982-CEAD149F6D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461" y="7507888"/>
            <a:ext cx="18530981" cy="64869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A0BB6F5-CDA1-7A94-AA69-F23F741694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06356" y="24086877"/>
            <a:ext cx="4949047" cy="3704042"/>
          </a:xfrm>
          <a:prstGeom prst="rect">
            <a:avLst/>
          </a:prstGeom>
        </p:spPr>
      </p:pic>
      <p:sp>
        <p:nvSpPr>
          <p:cNvPr id="38" name="Google Shape;399;p11">
            <a:extLst>
              <a:ext uri="{FF2B5EF4-FFF2-40B4-BE49-F238E27FC236}">
                <a16:creationId xmlns:a16="http://schemas.microsoft.com/office/drawing/2014/main" id="{E6890F33-759A-79FA-5EB6-CF3FF6A7D2D2}"/>
              </a:ext>
            </a:extLst>
          </p:cNvPr>
          <p:cNvSpPr/>
          <p:nvPr/>
        </p:nvSpPr>
        <p:spPr>
          <a:xfrm>
            <a:off x="1001552" y="14560780"/>
            <a:ext cx="8663797" cy="13866030"/>
          </a:xfrm>
          <a:prstGeom prst="rect">
            <a:avLst/>
          </a:prstGeom>
          <a:noFill/>
          <a:ln w="101600" cap="flat" cmpd="sng">
            <a:solidFill>
              <a:srgbClr val="BF57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endParaRPr sz="69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577DA7-E33B-0DF4-E112-7973BD0C97E0}"/>
              </a:ext>
            </a:extLst>
          </p:cNvPr>
          <p:cNvSpPr txBox="1"/>
          <p:nvPr/>
        </p:nvSpPr>
        <p:spPr>
          <a:xfrm>
            <a:off x="20464979" y="7287206"/>
            <a:ext cx="12519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kumimoji="1"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-time </a:t>
            </a:r>
            <a:r>
              <a:rPr kumimoji="1" lang="en-US" altLang="ko-K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etermination and </a:t>
            </a:r>
            <a:r>
              <a:rPr kumimoji="1" lang="en-US" altLang="ko-K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atellite </a:t>
            </a:r>
            <a:r>
              <a:rPr kumimoji="1" lang="en-US" altLang="ko-K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 </a:t>
            </a:r>
            <a:r>
              <a:rPr kumimoji="1" lang="en-US" altLang="ko-K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ptimizatio</a:t>
            </a:r>
            <a:r>
              <a:rPr kumimoji="1" lang="en-US" altLang="ko-K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ko-K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ko-K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quations</a:t>
            </a:r>
            <a:endParaRPr kumimoji="1" lang="ko-KR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0;p11">
            <a:extLst>
              <a:ext uri="{FF2B5EF4-FFF2-40B4-BE49-F238E27FC236}">
                <a16:creationId xmlns:a16="http://schemas.microsoft.com/office/drawing/2014/main" id="{87BFCE63-B4C4-7ACD-BC84-200B207B7257}"/>
              </a:ext>
            </a:extLst>
          </p:cNvPr>
          <p:cNvSpPr/>
          <p:nvPr/>
        </p:nvSpPr>
        <p:spPr>
          <a:xfrm>
            <a:off x="996114" y="14560780"/>
            <a:ext cx="8652005" cy="1508571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106663" tIns="53317" rIns="106663" bIns="53317" anchor="ctr" anchorCtr="0">
            <a:noAutofit/>
          </a:bodyPr>
          <a:lstStyle/>
          <a:p>
            <a:pPr algn="ctr"/>
            <a:r>
              <a:rPr lang="en-US" sz="5835" b="1" dirty="0">
                <a:solidFill>
                  <a:schemeClr val="lt1"/>
                </a:solidFill>
              </a:rPr>
              <a:t>Earth-Observation</a:t>
            </a:r>
            <a:endParaRPr sz="5835" b="1" dirty="0">
              <a:solidFill>
                <a:schemeClr val="lt1"/>
              </a:solidFill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A108E4C-986E-89F0-45CB-1BA7FDD5CC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0516" y="21252795"/>
            <a:ext cx="7603913" cy="256271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A34A9EB-F5A6-4182-854E-0A678F1C9AF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05" t="14706" b="3073"/>
          <a:stretch>
            <a:fillRect/>
          </a:stretch>
        </p:blipFill>
        <p:spPr>
          <a:xfrm>
            <a:off x="1562500" y="24147154"/>
            <a:ext cx="6958085" cy="386803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0878CE-E156-84E2-9AAC-5CE357E652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4099" y="20760399"/>
            <a:ext cx="9350031" cy="3076655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C744A55F-3FD0-61E0-17B9-681370AE5B2F}"/>
              </a:ext>
            </a:extLst>
          </p:cNvPr>
          <p:cNvGrpSpPr/>
          <p:nvPr/>
        </p:nvGrpSpPr>
        <p:grpSpPr>
          <a:xfrm>
            <a:off x="10288673" y="24263209"/>
            <a:ext cx="11749718" cy="3610876"/>
            <a:chOff x="10279373" y="24890726"/>
            <a:chExt cx="10791516" cy="3022416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3B5EA990-1460-8ED1-02E1-02248E8D9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982537" y="24960338"/>
              <a:ext cx="3824338" cy="2883192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754CE616-085A-B7CF-52E0-D62886331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919397" y="24960338"/>
              <a:ext cx="4151492" cy="2883192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30EEED4-A67D-8DA2-19C7-A6EE61326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279373" y="24890726"/>
              <a:ext cx="2590642" cy="3022416"/>
            </a:xfrm>
            <a:prstGeom prst="rect">
              <a:avLst/>
            </a:prstGeom>
          </p:spPr>
        </p:pic>
      </p:grpSp>
      <p:pic>
        <p:nvPicPr>
          <p:cNvPr id="54" name="그림 53">
            <a:extLst>
              <a:ext uri="{FF2B5EF4-FFF2-40B4-BE49-F238E27FC236}">
                <a16:creationId xmlns:a16="http://schemas.microsoft.com/office/drawing/2014/main" id="{5290B97B-FD63-6FEA-9F20-3CD3831D9D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353045" y="20760399"/>
            <a:ext cx="10049497" cy="3021312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CAC69A3-557B-6D32-3AC6-A5BEAC1472A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2311" b="3501"/>
          <a:stretch>
            <a:fillRect/>
          </a:stretch>
        </p:blipFill>
        <p:spPr>
          <a:xfrm>
            <a:off x="28335123" y="24002856"/>
            <a:ext cx="5800235" cy="378806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494100BC-F9FD-748D-A034-5582D3616F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810966" y="7475363"/>
            <a:ext cx="15719082" cy="3147313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CD73838-05F3-2F49-CFED-17C3A5A2D67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b="7692"/>
          <a:stretch>
            <a:fillRect/>
          </a:stretch>
        </p:blipFill>
        <p:spPr>
          <a:xfrm>
            <a:off x="33551040" y="10750442"/>
            <a:ext cx="4026900" cy="3181626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CF7FA25B-F0B1-6004-B116-99C36838EE91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b="7692"/>
          <a:stretch>
            <a:fillRect/>
          </a:stretch>
        </p:blipFill>
        <p:spPr>
          <a:xfrm>
            <a:off x="37715511" y="10750442"/>
            <a:ext cx="4026900" cy="318162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C3A3ABD7-DAAE-830A-C6C1-F584BA954B5F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b="7692"/>
          <a:stretch>
            <a:fillRect/>
          </a:stretch>
        </p:blipFill>
        <p:spPr>
          <a:xfrm>
            <a:off x="41931472" y="10779542"/>
            <a:ext cx="4026900" cy="318162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4FFE5E5C-AAC6-B7C2-691F-1DBA849ABF64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b="6764"/>
          <a:stretch>
            <a:fillRect/>
          </a:stretch>
        </p:blipFill>
        <p:spPr>
          <a:xfrm>
            <a:off x="46041108" y="10782251"/>
            <a:ext cx="4026900" cy="3213612"/>
          </a:xfrm>
          <a:prstGeom prst="rect">
            <a:avLst/>
          </a:prstGeom>
        </p:spPr>
      </p:pic>
      <p:pic>
        <p:nvPicPr>
          <p:cNvPr id="1024" name="그림 1023">
            <a:extLst>
              <a:ext uri="{FF2B5EF4-FFF2-40B4-BE49-F238E27FC236}">
                <a16:creationId xmlns:a16="http://schemas.microsoft.com/office/drawing/2014/main" id="{4B20EE14-A511-BDE4-90A4-9DC503C68C3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70261" y="19823465"/>
            <a:ext cx="2841310" cy="2246751"/>
          </a:xfrm>
          <a:prstGeom prst="rect">
            <a:avLst/>
          </a:prstGeom>
        </p:spPr>
      </p:pic>
      <p:pic>
        <p:nvPicPr>
          <p:cNvPr id="1032" name="그림 1031">
            <a:extLst>
              <a:ext uri="{FF2B5EF4-FFF2-40B4-BE49-F238E27FC236}">
                <a16:creationId xmlns:a16="http://schemas.microsoft.com/office/drawing/2014/main" id="{50A6A46C-59CC-B607-254E-05C1E03D7F8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892462" y="19846032"/>
            <a:ext cx="2949422" cy="2332241"/>
          </a:xfrm>
          <a:prstGeom prst="rect">
            <a:avLst/>
          </a:prstGeom>
        </p:spPr>
      </p:pic>
      <p:pic>
        <p:nvPicPr>
          <p:cNvPr id="1054" name="그림 1053">
            <a:extLst>
              <a:ext uri="{FF2B5EF4-FFF2-40B4-BE49-F238E27FC236}">
                <a16:creationId xmlns:a16="http://schemas.microsoft.com/office/drawing/2014/main" id="{66CAB1EA-BD27-166C-E173-CF8799E39FE2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6230"/>
          <a:stretch>
            <a:fillRect/>
          </a:stretch>
        </p:blipFill>
        <p:spPr>
          <a:xfrm>
            <a:off x="39371191" y="25626909"/>
            <a:ext cx="6754105" cy="2533325"/>
          </a:xfrm>
          <a:prstGeom prst="rect">
            <a:avLst/>
          </a:prstGeom>
        </p:spPr>
      </p:pic>
      <p:pic>
        <p:nvPicPr>
          <p:cNvPr id="1056" name="그림 1055">
            <a:extLst>
              <a:ext uri="{FF2B5EF4-FFF2-40B4-BE49-F238E27FC236}">
                <a16:creationId xmlns:a16="http://schemas.microsoft.com/office/drawing/2014/main" id="{E7C1D99D-6F87-C154-F841-FBC327149E5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225905" y="25522276"/>
            <a:ext cx="3505857" cy="2637958"/>
          </a:xfrm>
          <a:prstGeom prst="rect">
            <a:avLst/>
          </a:prstGeom>
        </p:spPr>
      </p:pic>
      <p:pic>
        <p:nvPicPr>
          <p:cNvPr id="1072" name="그림 1071">
            <a:extLst>
              <a:ext uri="{FF2B5EF4-FFF2-40B4-BE49-F238E27FC236}">
                <a16:creationId xmlns:a16="http://schemas.microsoft.com/office/drawing/2014/main" id="{FF688DE0-6BAF-FE7B-0273-731B5F2E397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949229" y="16830015"/>
            <a:ext cx="2683375" cy="2242821"/>
          </a:xfrm>
          <a:prstGeom prst="rect">
            <a:avLst/>
          </a:prstGeom>
        </p:spPr>
      </p:pic>
      <p:pic>
        <p:nvPicPr>
          <p:cNvPr id="1073" name="그림 1072">
            <a:extLst>
              <a:ext uri="{FF2B5EF4-FFF2-40B4-BE49-F238E27FC236}">
                <a16:creationId xmlns:a16="http://schemas.microsoft.com/office/drawing/2014/main" id="{C49075B8-9451-C125-A49B-F0863092656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930134" y="16763511"/>
            <a:ext cx="2790359" cy="2332241"/>
          </a:xfrm>
          <a:prstGeom prst="rect">
            <a:avLst/>
          </a:prstGeom>
        </p:spPr>
      </p:pic>
      <p:sp>
        <p:nvSpPr>
          <p:cNvPr id="1076" name="TextBox 1075">
            <a:extLst>
              <a:ext uri="{FF2B5EF4-FFF2-40B4-BE49-F238E27FC236}">
                <a16:creationId xmlns:a16="http://schemas.microsoft.com/office/drawing/2014/main" id="{D7A9B639-71D7-5E31-7449-98D9299A7D29}"/>
              </a:ext>
            </a:extLst>
          </p:cNvPr>
          <p:cNvSpPr txBox="1"/>
          <p:nvPr/>
        </p:nvSpPr>
        <p:spPr>
          <a:xfrm>
            <a:off x="35471688" y="16029885"/>
            <a:ext cx="1297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1. Earth Observation SAT image Capture Scheduling</a:t>
            </a:r>
            <a:endParaRPr kumimoji="1" lang="ko-KR" altLang="en-US" sz="4000" b="1" dirty="0"/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E372E194-397A-9E8E-A4B6-19E2A70B7A8E}"/>
              </a:ext>
            </a:extLst>
          </p:cNvPr>
          <p:cNvSpPr txBox="1"/>
          <p:nvPr/>
        </p:nvSpPr>
        <p:spPr>
          <a:xfrm>
            <a:off x="35471688" y="19061498"/>
            <a:ext cx="13345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2.</a:t>
            </a:r>
            <a:r>
              <a:rPr kumimoji="1" lang="ko-KR" altLang="en-US" sz="4000" b="1" dirty="0"/>
              <a:t> </a:t>
            </a:r>
            <a:r>
              <a:rPr kumimoji="1" lang="en-US" altLang="ko-KR" sz="4000" b="1" dirty="0"/>
              <a:t>6G SAT Data Downlink/Uplink Scheduling (with ISL)</a:t>
            </a:r>
            <a:endParaRPr kumimoji="1" lang="ko-KR" altLang="en-US" sz="4000" b="1" dirty="0"/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B77035A9-D30A-A885-3089-211BA1DA3D62}"/>
              </a:ext>
            </a:extLst>
          </p:cNvPr>
          <p:cNvSpPr txBox="1"/>
          <p:nvPr/>
        </p:nvSpPr>
        <p:spPr>
          <a:xfrm>
            <a:off x="35471688" y="22211669"/>
            <a:ext cx="119218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3.</a:t>
            </a:r>
            <a:r>
              <a:rPr kumimoji="1" lang="ko-KR" altLang="en-US" sz="4000" b="1" dirty="0"/>
              <a:t> </a:t>
            </a:r>
            <a:r>
              <a:rPr kumimoji="1" lang="en-US" altLang="ko-KR" sz="4000" b="1" dirty="0"/>
              <a:t>Distributed Ground Asset Scheduling for SSA</a:t>
            </a:r>
            <a:endParaRPr kumimoji="1" lang="ko-KR" altLang="en-US" sz="4000" b="1" dirty="0"/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DDAC6CAA-CE76-F67C-FCED-5A08B66675BF}"/>
              </a:ext>
            </a:extLst>
          </p:cNvPr>
          <p:cNvSpPr txBox="1"/>
          <p:nvPr/>
        </p:nvSpPr>
        <p:spPr>
          <a:xfrm>
            <a:off x="35471688" y="24748391"/>
            <a:ext cx="13148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4.</a:t>
            </a:r>
            <a:r>
              <a:rPr kumimoji="1" lang="ko-KR" altLang="en-US" sz="4000" b="1" dirty="0"/>
              <a:t> </a:t>
            </a:r>
            <a:r>
              <a:rPr kumimoji="1" lang="en-US" altLang="ko-KR" sz="4000" b="1" dirty="0"/>
              <a:t>Earth Observation Imaging-to-Download Sequence</a:t>
            </a:r>
            <a:endParaRPr kumimoji="1" lang="ko-KR" altLang="en-US" sz="4000" b="1" dirty="0"/>
          </a:p>
        </p:txBody>
      </p:sp>
      <p:pic>
        <p:nvPicPr>
          <p:cNvPr id="1080" name="그림 1079">
            <a:extLst>
              <a:ext uri="{FF2B5EF4-FFF2-40B4-BE49-F238E27FC236}">
                <a16:creationId xmlns:a16="http://schemas.microsoft.com/office/drawing/2014/main" id="{D7436A05-76D1-A363-C0D6-090FE8C9F9A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845180" y="25685110"/>
            <a:ext cx="3302924" cy="2475124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17F4182-6720-8C31-C6FB-D565606FEE8F}"/>
              </a:ext>
            </a:extLst>
          </p:cNvPr>
          <p:cNvGrpSpPr/>
          <p:nvPr/>
        </p:nvGrpSpPr>
        <p:grpSpPr>
          <a:xfrm>
            <a:off x="20592871" y="7940050"/>
            <a:ext cx="12340860" cy="5889742"/>
            <a:chOff x="711894" y="1244212"/>
            <a:chExt cx="10104327" cy="50735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946A72E-31AD-C50C-587A-878A0CCD1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rcRect r="22281"/>
            <a:stretch>
              <a:fillRect/>
            </a:stretch>
          </p:blipFill>
          <p:spPr>
            <a:xfrm>
              <a:off x="711894" y="1499924"/>
              <a:ext cx="3844499" cy="96041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97CB582-2C84-D130-37DF-7BE9158B3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1894" y="2825152"/>
              <a:ext cx="3844499" cy="188399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41DC7E6-8E21-1F2B-55E1-D481DB24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85934" y="5166109"/>
              <a:ext cx="2748574" cy="115169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601A835-7851-C900-DDB1-3DB2765E3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366112" y="1847596"/>
              <a:ext cx="5352058" cy="39675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2F129-35A2-E324-AD1E-0039A2FD1686}"/>
                </a:ext>
              </a:extLst>
            </p:cNvPr>
            <p:cNvSpPr txBox="1"/>
            <p:nvPr/>
          </p:nvSpPr>
          <p:spPr>
            <a:xfrm>
              <a:off x="733005" y="1294194"/>
              <a:ext cx="3730362" cy="34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kumimoji="1" lang="en-US" altLang="ko-K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Problem:</a:t>
              </a:r>
              <a:r>
                <a:rPr kumimoji="1" lang="ko-KR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Maximize number of contacts</a:t>
              </a:r>
              <a:endParaRPr kumimoji="1"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D6B8F3-07CF-9625-7B73-04255956EFF9}"/>
                </a:ext>
              </a:extLst>
            </p:cNvPr>
            <p:cNvSpPr txBox="1"/>
            <p:nvPr/>
          </p:nvSpPr>
          <p:spPr>
            <a:xfrm>
              <a:off x="728382" y="2582455"/>
              <a:ext cx="4230420" cy="34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kumimoji="1" lang="en-US" altLang="ko-K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kumimoji="1"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Problem: Minimize Square-sum Revisit Time</a:t>
              </a:r>
              <a:endParaRPr kumimoji="1"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D5B3DC4-0A91-D01E-C419-66BF09493F8F}"/>
                    </a:ext>
                  </a:extLst>
                </p:cNvPr>
                <p:cNvSpPr txBox="1"/>
                <p:nvPr/>
              </p:nvSpPr>
              <p:spPr>
                <a:xfrm>
                  <a:off x="767756" y="4821417"/>
                  <a:ext cx="4151671" cy="34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14:m>
                    <m:oMath xmlns:m="http://schemas.openxmlformats.org/officeDocument/2006/math">
                      <m:r>
                        <a:rPr kumimoji="1" lang="en-US" altLang="ko-KR" sz="200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a14:m>
                  <a:r>
                    <a:rPr kumimoji="1" lang="en-US" altLang="ko-KR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Problem: Minimize Maximum Revisit Time</a:t>
                  </a:r>
                  <a:endParaRPr kumimoji="1" lang="ko-KR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D5B3DC4-0A91-D01E-C419-66BF09493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756" y="4821417"/>
                  <a:ext cx="4151671" cy="344666"/>
                </a:xfrm>
                <a:prstGeom prst="rect">
                  <a:avLst/>
                </a:prstGeom>
                <a:blipFill>
                  <a:blip r:embed="rId38"/>
                  <a:stretch>
                    <a:fillRect l="-1250" t="-9375" r="-500" b="-2812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F20D2B-992B-92F1-C13D-5DA32A8C6AC5}"/>
                </a:ext>
              </a:extLst>
            </p:cNvPr>
            <p:cNvSpPr txBox="1"/>
            <p:nvPr/>
          </p:nvSpPr>
          <p:spPr>
            <a:xfrm>
              <a:off x="5473121" y="1327216"/>
              <a:ext cx="978068" cy="34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Constants</a:t>
              </a:r>
              <a:endParaRPr kumimoji="1"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B619622-B3C6-18B2-ED32-E1FA94F2FECF}"/>
                </a:ext>
              </a:extLst>
            </p:cNvPr>
            <p:cNvSpPr/>
            <p:nvPr/>
          </p:nvSpPr>
          <p:spPr>
            <a:xfrm>
              <a:off x="711894" y="1244212"/>
              <a:ext cx="4580612" cy="12161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4E41A26-F86B-71A3-F801-A67EF660DCA9}"/>
                </a:ext>
              </a:extLst>
            </p:cNvPr>
            <p:cNvSpPr/>
            <p:nvPr/>
          </p:nvSpPr>
          <p:spPr>
            <a:xfrm>
              <a:off x="711894" y="2530702"/>
              <a:ext cx="4580612" cy="21784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9BF5D5C-E4C8-31A9-8299-6C0106A77394}"/>
                </a:ext>
              </a:extLst>
            </p:cNvPr>
            <p:cNvSpPr/>
            <p:nvPr/>
          </p:nvSpPr>
          <p:spPr>
            <a:xfrm>
              <a:off x="711894" y="4779511"/>
              <a:ext cx="4580612" cy="15266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DDA5C63-58F0-649E-AD25-7C04C109D582}"/>
                </a:ext>
              </a:extLst>
            </p:cNvPr>
            <p:cNvSpPr/>
            <p:nvPr/>
          </p:nvSpPr>
          <p:spPr>
            <a:xfrm>
              <a:off x="5361209" y="1255810"/>
              <a:ext cx="5455012" cy="50619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94ADB215-6CEE-39CC-01CE-C5E2FF23523C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3528046" y="16336577"/>
            <a:ext cx="10711782" cy="40711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210E9EE-179A-A6EA-3E79-BD0DF312E045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178482" y="16679799"/>
            <a:ext cx="7602048" cy="22691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8104998-3427-8BBD-DEC4-14219AEA133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2206116" y="19803513"/>
            <a:ext cx="7525645" cy="229410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2737271-253D-AABE-7ED8-F3DBC0A277A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668592" y="22832485"/>
            <a:ext cx="6498788" cy="200297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84F6536-8D02-925A-0032-08F97991249A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2297840" y="22896109"/>
            <a:ext cx="7314269" cy="19377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REE COLUMN - 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128</Words>
  <Application>Microsoft Macintosh PowerPoint</Application>
  <PresentationFormat>사용자 지정</PresentationFormat>
  <Paragraphs>24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Times New Roman</vt:lpstr>
      <vt:lpstr>맑은 고딕</vt:lpstr>
      <vt:lpstr>THREE COLUMN - 1</vt:lpstr>
      <vt:lpstr>Custom Design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Luecke, Jenna C</dc:creator>
  <cp:lastModifiedBy>KIM, HONGSEOK</cp:lastModifiedBy>
  <cp:revision>69</cp:revision>
  <dcterms:created xsi:type="dcterms:W3CDTF">2018-05-04T16:01:53Z</dcterms:created>
  <dcterms:modified xsi:type="dcterms:W3CDTF">2026-08-12T19:16:38Z</dcterms:modified>
</cp:coreProperties>
</file>