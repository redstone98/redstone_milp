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960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04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736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209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72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807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412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51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791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405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463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3F35D-6CAB-634B-A32C-4616B5FE6275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01261-1352-4F44-9216-07988600F7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858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694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HONGSEOK</dc:creator>
  <cp:lastModifiedBy>KIM, HONGSEOK</cp:lastModifiedBy>
  <cp:revision>3</cp:revision>
  <dcterms:created xsi:type="dcterms:W3CDTF">2026-08-10T21:13:00Z</dcterms:created>
  <dcterms:modified xsi:type="dcterms:W3CDTF">2026-08-10T21:13:38Z</dcterms:modified>
</cp:coreProperties>
</file>